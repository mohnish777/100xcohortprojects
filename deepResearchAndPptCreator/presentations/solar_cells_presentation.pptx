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solar cells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Research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**Comprehensive Analysis of Solar Cells**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**Introduction**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Solar cells, also known as photovoltaic (PV) cells, are electronic devices that convert light energy directly into electricity. The research findings presented here provide a comprehensive understanding of the definition, working principle, and development of solar cells.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**Definition and Working Principle**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solar cell is a nonmechanical device that converts sunlight directly into electricity through the photovoltaic effect (Snippets 1, 3, and 4). When light shines on a PV cell, it may be reflected, absorbed, or pass through the cell (Snippet 2). The absorbed light is then converted into electrical energy.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