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mumbai</a:t>
            </a:r>
          </a:p>
        </p:txBody>
      </p:sp>
      <p:sp>
        <p:nvSpPr>
          <p:cNvPr id="3" name="Subtitle 2"/>
          <p:cNvSpPr>
            <a:spLocks noGrp="1"/>
          </p:cNvSpPr>
          <p:nvPr>
            <p:ph type="subTitle" idx="1"/>
          </p:nvPr>
        </p:nvSpPr>
        <p:spPr/>
        <p:txBody>
          <a:bodyPr/>
          <a:lstStyle/>
          <a:p>
            <a:r>
              <a:t>Research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a:t>
            </a:r>
          </a:p>
        </p:txBody>
      </p:sp>
      <p:sp>
        <p:nvSpPr>
          <p:cNvPr id="3" name="Content Placeholder 2"/>
          <p:cNvSpPr>
            <a:spLocks noGrp="1"/>
          </p:cNvSpPr>
          <p:nvPr>
            <p:ph idx="1"/>
          </p:nvPr>
        </p:nvSpPr>
        <p:spPr/>
        <p:txBody>
          <a:bodyPr/>
          <a:lstStyle/>
          <a:p>
            <a:r>
              <a:t>**Comprehensive Analysis of Mumbai**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a:t>
            </a:r>
          </a:p>
        </p:txBody>
      </p:sp>
      <p:sp>
        <p:nvSpPr>
          <p:cNvPr id="3" name="Content Placeholder 2"/>
          <p:cNvSpPr>
            <a:spLocks noGrp="1"/>
          </p:cNvSpPr>
          <p:nvPr>
            <p:ph idx="1"/>
          </p:nvPr>
        </p:nvSpPr>
        <p:spPr/>
        <p:txBody>
          <a:bodyPr/>
          <a:lstStyle/>
          <a:p>
            <a: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a:t>
            </a:r>
          </a:p>
        </p:txBody>
      </p:sp>
      <p:sp>
        <p:nvSpPr>
          <p:cNvPr id="3" name="Content Placeholder 2"/>
          <p:cNvSpPr>
            <a:spLocks noGrp="1"/>
          </p:cNvSpPr>
          <p:nvPr>
            <p:ph idx="1"/>
          </p:nvPr>
        </p:nvSpPr>
        <p:spPr/>
        <p:txBody>
          <a:bodyPr/>
          <a:lstStyle/>
          <a:p>
            <a:r>
              <a:t>Mumbai, formerly known as Bombay, is the capital city of the Indian state of Maharashtra. It is the country's financial and commercial center, and its principal port on the Arabian Sea. This analysis is based on various research findings that provide insights into the city's characteristics, culture, economy, and lifestyle.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a:t>
            </a:r>
          </a:p>
        </p:txBody>
      </p:sp>
      <p:sp>
        <p:nvSpPr>
          <p:cNvPr id="3" name="Content Placeholder 2"/>
          <p:cNvSpPr>
            <a:spLocks noGrp="1"/>
          </p:cNvSpPr>
          <p:nvPr>
            <p:ph idx="1"/>
          </p:nvPr>
        </p:nvSpPr>
        <p:spPr/>
        <p:txBody>
          <a:bodyPr/>
          <a:lstStyle/>
          <a:p>
            <a:r>
              <a:t>**Key Findings**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5</a:t>
            </a:r>
          </a:p>
        </p:txBody>
      </p:sp>
      <p:sp>
        <p:nvSpPr>
          <p:cNvPr id="3" name="Content Placeholder 2"/>
          <p:cNvSpPr>
            <a:spLocks noGrp="1"/>
          </p:cNvSpPr>
          <p:nvPr>
            <p:ph idx="1"/>
          </p:nvPr>
        </p:nvSpPr>
        <p:spPr/>
        <p:txBody>
          <a:bodyPr/>
          <a:lstStyle/>
          <a:p>
            <a:r>
              <a:t>1. **Economic and Financial Hub**: Mumbai is the financial capital of India and a major commercial center. It is home to various financial institutions, stock exchanges, and corporate offices.</a:t>
            </a:r>
          </a:p>
          <a:p>
            <a:r>
              <a:t>2. **Cultural Diversity**: Mumbai is known for its vibrant culture, diverse population, and eclectic mix of traditions. The city is a melting pot of different cultures, with a unique blend of local customs, cuisine, and art.</a:t>
            </a:r>
          </a:p>
          <a:p>
            <a:r>
              <a:t>3. **Tourism and Attractions**: Mumbai is a popular tourist destination, with iconic landmarks like the Gateway of India, Marine Drive, and Chhatrapati Shivaji Terminus. The city is also known for its street food, local markets, and hipster enclaves.</a:t>
            </a:r>
          </a:p>
          <a:p>
            <a:r>
              <a:t>4. **Demographics and Infrastructure**: Mumbai has a population of over 3 million, with a literacy rate of 89.2%. The city's infrastructure includes a well-developed transportation network, with a major port and airport.</a:t>
            </a:r>
          </a:p>
          <a:p>
            <a:r>
              <a:t>5. **News and Events**: Mumbai is a hub for news, events, and cultural activities. The city hosts various festivals, concerts, and exhibitions, and is a center for business and entrepreneurship.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